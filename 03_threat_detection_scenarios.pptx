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8288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CYBERSECURITY EXECUTIVE SERIES  •  DECK 03 / 05</a:t>
            </a:r>
          </a:p>
          <a:p>
            <a:pPr>
              <a:spcBef>
                <a:spcPts val="8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Threat Detection Engine &amp; Cyber Incident Scenarios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Matriks 7 Aturan Korelasi Inti, Analisis Skenario 1 s/d 7, &amp; Studi Kasus Flash Sale vs DDoS</a:t>
            </a:r>
          </a:p>
          <a:p>
            <a:pPr>
              <a:spcBef>
                <a:spcPts val="2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Target Audience: Security Operation Center (SOC) Tier-1/2 Analysts &amp; Incident Responders  |  Framework: ISO 27001, NIST SP 800-92, OCSF Governance</a:t>
            </a:r>
            <a:br/>
            <a:r>
              <a:t>Engineering Team: JadiBegini (Bagus Hanindyo Kusuma, Anand Ferdiansyah, Fitus Yayan Ofnaio Zebua)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MESIN KORELASI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Matriks Aturan Mesin Korelasi Berbasis Aturan (The Brain)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Kondisi ambang batas deteksi anomali real-time di memori aktif.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4876495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ID Aturan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Nama Insiden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Kondisi Ambang Batas Korelasi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DDoS / Botnet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5309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&gt; 10 web_request dari 1 IP dalam rentang 10 detik.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E123C"/>
                          </a:solidFill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2 login_attempt sukses user sama di lokasi beda selang &lt; 1 jam.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Distributed Brute 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45309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&gt; 5 login gagal untuk 1 user dari &gt; 3 IP berbeda dalam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Off-Hours Anomaly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MENENGAH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Aktivitas sukses user manusia di luar jam kerja resmi (00:00 - 05:00).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E123C"/>
                          </a:solidFill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1 user_id download database &gt; 50 kali dalam rentang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APT Watchlist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Low &amp; Slow APT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E123C"/>
                          </a:solidFill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Korelasi recon di Cold Storage dengan exploit di Hot Storage via Greylist.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Rule OT Sabotage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Datacenter AC Shutdown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BE123C"/>
                          </a:solidFill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</a:defRPr>
                      </a:pPr>
                      <a:r>
                        <a:t>Perintah POWER_OFF / SHUTDOWN hardware pendingin via protokol MQTT.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STUDI KASUS INVESTIGASI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Investigasi Kasus: Membedakan Flash Sale Bisnis vs DDoS Layer 7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Lonjakan 1 juta request/menit (CPU 98%): Menghindari False Alarm yang mematikan bisnis.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257800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Pembeli Asli (Flash Sale Sah)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Distribusi IP: Tersebar acak dari ratusan ribu IP konsumen unik di berbagai ISP perumahan/seluler.</a:t>
            </a:r>
            <a:br/>
            <a:r>
              <a:t>• Pola Inter-Arrival: Jeda waktu natural bervariasi (membaca spesifikasi, memilih alamat, beralih ke payment gateway).</a:t>
            </a:r>
            <a:br/>
            <a:r>
              <a:t>• Nilai Bisnis: Transaksi sah menghasilkan konversi penjualan; memblokir trafik ini berdampak pada pemadaman mandiri (self-inflicted DoS).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257800" cy="914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123C"/>
                </a:solidFill>
              </a:defRPr>
            </a:pPr>
            <a:r>
              <a:t>Serangan DDoS (Botnet HTTP Flood)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Distribusi IP: Terkonsentrasi dari rentang IP sempit atau klaster proxy anonim.</a:t>
            </a:r>
            <a:br/>
            <a:r>
              <a:t>• Pola Inter-Arrival: Interval request seragam (&lt; 2 milidetik) tanpa alur navigasi web wajar.</a:t>
            </a:r>
            <a:br/>
            <a:r>
              <a:t>• Tindakan Respons: SIEM memvalidasi anomali otomasi ini dan menginstruksikan WAF menerapkan challenge CAPTCHA atau rate-limiting pada cluster penyerang.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DEMO SKENARIO (BAGIAN 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Bedah Skenario 1 s/d 3: Trafik Normal, DDoS Attack &amp; Impossible Travel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Evaluasi baseline operasional sah, serangan volumetrik, dan anomali identitas fisik vs remote.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91440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SKENARIO 1: TRAFIK NORMAL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Baseline Operasional Sah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Sumber: sample_logs/web_access_normal_[1..3].log</a:t>
            </a:r>
            <a:br/>
            <a:r>
              <a:t>• Aktivitas: Karyawan mengakses portal HR &amp; support desk pada jam kerja wajar.</a:t>
            </a:r>
            <a:br/>
            <a:r>
              <a:t>• Target Verifikasi: Membuktikan SIEM tidak menghasilkan alarm palsu (False Positive Zero).</a:t>
            </a:r>
            <a:br/>
            <a:r>
              <a:t>• Hasil: 0 Alarm (Trafik Lolos Normal).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91440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</a:defRPr>
            </a:pPr>
            <a:r>
              <a:t>SKENARIO 2: DDOS ATTACK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Memicu Rule 1 (Severity: TINGGI)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Sumber: sample_logs/nginx_ddos_flood_[1..3].log</a:t>
            </a:r>
            <a:br/>
            <a:r>
              <a:t>• Serangan: IP penyerang membombardir endpoint API &gt; 10 request dalam 10 detik.</a:t>
            </a:r>
            <a:br/>
            <a:r>
              <a:t>• Respons SIEM: Memicu alarm 'DDoS / Botnet' TINGGI.</a:t>
            </a:r>
            <a:br/>
            <a:r>
              <a:t>• Tindakan: Playbook SOAR Isolate Host memutus trafik.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91440" cy="4572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123C"/>
                </a:solidFill>
              </a:defRPr>
            </a:pPr>
            <a:r>
              <a:t>SKENARIO 3: IMPOSSIBLE TRAVEL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Memicu Rule 2 (Severity: KRITIS)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Sumber: sample_logs/vpn_and_gate_access_[1..3].csv</a:t>
            </a:r>
            <a:br/>
            <a:r>
              <a:t>• Anomali: Login fisik di Jakarta, lalu 1 detik kemudian login VPN dari Frankfurt DE.</a:t>
            </a:r>
            <a:br/>
            <a:r>
              <a:t>• Kecepatan Fisik: Mustahil berpindah ribuan km dalam 1 detik (pencurian kredensial).</a:t>
            </a:r>
            <a:br/>
            <a:r>
              <a:t>• Tindakan: Memicu alarm KRITIS &amp; Suspend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DEMO SKENARIO (BAGIAN 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Bedah Skenario 4 s/d 6: Brute Force, Exfiltration &amp; Whitelisting Blind Spot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Deteksi serangan kredensial multi-sumber, pencurian data orang dalam, dan bahaya kelalaian whitelist.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91440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</a:defRPr>
            </a:pPr>
            <a:r>
              <a:t>SKENARIO 4: BRUTE FORCE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Memicu Rule 3 (Severity: TINGGI)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Sumber: sample_logs/auth_sshd_bruteforce_[1..3].log</a:t>
            </a:r>
            <a:br/>
            <a:r>
              <a:t>• Taktik: Serangan tebak password SSH terdistribusi melalui 4 node Tor / VPS.</a:t>
            </a:r>
            <a:br/>
            <a:r>
              <a:t>• Kriteria: &gt; 5 gagal untuk 1 user dari &gt; 3 IP berbeda dalam 1 menit.</a:t>
            </a:r>
            <a:br/>
            <a:r>
              <a:t>• Hasil: Alarm 'Distributed Brute Force' dibunyikan.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91440" cy="4572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123C"/>
                </a:solidFill>
              </a:defRPr>
            </a:pPr>
            <a:r>
              <a:t>SKENARIO 5: DATA EXFILTRATION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Memicu Rule 5 (Severity: KRITIS)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Sumber: sample_logs/postgres_audit_exfiltration_[1..3].jsonl</a:t>
            </a:r>
            <a:br/>
            <a:r>
              <a:t>• Ancaman: Oknum developer mendownload data PII nasabah &gt; 50 kali dalam 1 menit.</a:t>
            </a:r>
            <a:br/>
            <a:r>
              <a:t>• Respons SIEM: Deteksi lonjakan volume unduhan dan membunyikan alarm KRITIS.</a:t>
            </a:r>
            <a:br/>
            <a:r>
              <a:t>• Mitigasi: Pembatasan akses database &amp; suspend kredensial.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91440" cy="457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SKENARIO 6: BLIND SPOT WHITELIST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Demonstrasi Fatal Error &amp; Kelalaian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Konsep: Admin memasukkan IP penyerang ke daftar Whitelist (/api/whitelist).</a:t>
            </a:r>
            <a:br/>
            <a:r>
              <a:t>• Dampak: Korelasi engine otomatis MENGABAIKAN log penyerang (Zero Alert).</a:t>
            </a:r>
            <a:br/>
            <a:r>
              <a:t>• Pembuktian: Menunjukkan bahaya kelalaian whitelisting tanpa review bertingkat.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