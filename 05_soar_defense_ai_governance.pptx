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82880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8961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CYBERSECURITY EXECUTIVE SERIES  •  DECK 05 / 05</a:t>
            </a:r>
          </a:p>
          <a:p>
            <a:pPr>
              <a:spcBef>
                <a:spcPts val="800"/>
              </a:spcBef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SOAR Active Defense, AI Governance &amp; Product Roadmap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Otomasi Respons Insiden di Gatekeeper, Tata Kelola Human-Supervised AI, &amp; Matriks 13 Fitur Roadmap</a:t>
            </a:r>
          </a:p>
          <a:p>
            <a:pPr>
              <a:spcBef>
                <a:spcPts val="2800"/>
              </a:spcBef>
              <a:defRPr sz="1000">
                <a:solidFill>
                  <a:srgbClr val="1E293B"/>
                </a:solidFill>
                <a:latin typeface="Segoe UI"/>
              </a:defRPr>
            </a:pPr>
            <a:r>
              <a:t>Target Audience: Security Executives, Risk &amp; Compliance Officers, &amp; SOC Managers  |  Framework: ISO 27001, NIST SP 800-92, OCSF Governance</a:t>
            </a:r>
            <a:br/>
            <a:r>
              <a:t>Engineering Team: JadiBegini (Bagus Hanindyo Kusuma, Anand Ferdiansyah, Fitus Yayan Ofnaio Zebua)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OTOMASI RESPONS INSIDEN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SOAR Active Defense: Network Quarantine &amp; Identity Containment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Memutus rantai serangan seketika di gerbang masuk Gatekeeper tanpa perlu restart sistem.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91440" cy="100584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727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123C"/>
                </a:solidFill>
              </a:defRPr>
            </a:pPr>
            <a:r>
              <a:t>1. Network Quarantine (Isolate Host) — [POST /api/soar/isolate]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Analis mengisolasi IP penyerang langsung dari kartu alert dashboard atau API. Status alert bertransisi menjadi [CONTAINED] dan buffer korelasi aktif dibersihkan untuk mencegah ghost alerts. Seluruh log lanjutan dari IP tersebut ditolak otomatis di Gatekeeper (HTTP 403 HOST_ISOLATED).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91440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157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2. Identity Containment (Suspend User) — [POST /api/soar/suspend-user]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Untuk insiden kredensial terkompromi (seperti Impossible Travel), akun user dibekukan seketika. Setiap percobaan autentikasi atau aktivitas lanjutan yang mengatasnamakan user tersebut ditolak di gerbang Gatekeeper (HTTP 403 USER_SUSPENDED).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91440" cy="10058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58767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7857"/>
                </a:solidFill>
              </a:defRPr>
            </a:pPr>
            <a:r>
              <a:t>3. Access Restoration (Release Playbook) — [POST /api/soar/release &amp; unsuspend]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Setelah ancaman dinetralisir dan investigasi forensik selesai, analis dapat melepas status karantina host atau mengaktifkan kembali akun pengguna dengan satu klik tanpa perlu merestart sistem.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9144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017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4. Immutable Audit Trail — [GET /api/soar/audit]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Setiap aksi karantina, pembekuan user, dan pemulihan dicatat secara kronologis dalam jejak audit SOAR (mencakup action, target, alasan analis, dan stempel waktu ISO UTC) untuk akuntabilitas operasional.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TATA KELOLA &amp; KESELAMATAN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Tata Kelola AI: Arsitektur Human-Supervised Adaptation (HITL)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Mengeliminasi risiko black-box decision dan self-inflicted DoS melalui supervisi analis berwenang.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E123C"/>
                </a:solidFill>
              </a:defRPr>
            </a:pPr>
            <a:r>
              <a:t>Concept Drift Poisoning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Penyerang APT menyuntikkan deviasi bertahap frekuensi rendah. AI tanpa supervisi menganggap tren pencurian ini sebagai operasional sah.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6304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600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45309"/>
                </a:solidFill>
              </a:defRPr>
            </a:pPr>
            <a:r>
              <a:t>Self-Inflicted DoS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Aturan adaptif salah mengklasifikasikan lonjakan checkout promo diskon (Flash Sale) sebagai DDoS, melumpuhkan transaksi pelanggan sah.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46304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600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D28D9"/>
                </a:solidFill>
              </a:defRPr>
            </a:pPr>
            <a:r>
              <a:t>Pelanggaran Audit Kepatuhan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ISO 27001 &amp; PCI-DSS melarang keputusan 'Black-Box' tanpa tiket persetujuan formal dan verifikator penanggung jawab yang jelas.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10728655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🏛️ Blueprint Siklus Aman: Dari Deteksi Kasus Baru hingga Implementasi Produksi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1. Gatekeeper Ingest: Validasi skema deterministik (Tolak HTTP 422 jika data rusak)</a:t>
            </a:r>
            <a:br/>
            <a:r>
              <a:t>2. Dead-Letter Queue (DLQ): Payload anomali baru diisolasi ke antrean karantina terpisah tanpa mengganggu pipeline utama</a:t>
            </a:r>
            <a:br/>
            <a:r>
              <a:t>3. AI Suggestion Engine: Sintesis pola klaster anomali dan perumusan 'Candidate Rule' secara terprogram</a:t>
            </a:r>
            <a:br/>
            <a:r>
              <a:t>4. Canary Replay Test: Pengujian regresi aturan pada 30 hari data historis; auto-rollback seketika jika rasio False Positive &gt; 2%</a:t>
            </a:r>
            <a:br/>
            <a:r>
              <a:t>5. HITL Approval (Shadow Mode): Aturan beroperasi dalam mode bayangan hingga Lead Analis SOC mengotorisasi promosi ke produksi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ROADMAP PRODUK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Roadmap Ekosistem SIEM &amp; Matriks PM 13 Fitur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Peta jalan pengembangan fitur berbasis dependensi teknis dan logika operasional.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73152" cy="2468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002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MVP v1: Foundation (Fitur 1 - 6)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1. Log Ingestion Engine (Critical)</a:t>
            </a:r>
            <a:br/>
            <a:r>
              <a:t>• 2. Data Parsing &amp; Normalization (Critical)</a:t>
            </a:r>
            <a:br/>
            <a:r>
              <a:t>• 3. Hot Storage &amp; Indexing (Critical)</a:t>
            </a:r>
            <a:br/>
            <a:r>
              <a:t>• 4. Search &amp; Query Interface (High)</a:t>
            </a:r>
            <a:br/>
            <a:r>
              <a:t>• 5. Rule-Based Alerting (High)</a:t>
            </a:r>
            <a:br/>
            <a:r>
              <a:t>• 6. Basic Dashboard &amp; Reporting (Medium)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73152" cy="24688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002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6D28D9"/>
                </a:solidFill>
              </a:defRPr>
            </a:pPr>
            <a:r>
              <a:t>Phase 2: Intelligence (Fitur 7 - 10)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7. Correlation Engine (High - Stateful)</a:t>
            </a:r>
            <a:br/>
            <a:r>
              <a:t>• 8. Threat Intel Integration (High - IoC)</a:t>
            </a:r>
            <a:br/>
            <a:r>
              <a:t>• 9. Incident &amp; Case Management (Medium)</a:t>
            </a:r>
            <a:br/>
            <a:r>
              <a:t>• 10. Cold Storage / Archiving (Medium - Retensi 1-7 Tahun)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46304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73152" cy="2468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16002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B45309"/>
                </a:solidFill>
              </a:defRPr>
            </a:pPr>
            <a:r>
              <a:t>Phase 3: Advanced (Fitur 11 - 13)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11. UEBA (High - Behavioral ML Model)</a:t>
            </a:r>
            <a:br/>
            <a:r>
              <a:t>• 12. SOAR (High - Automated Playbook)</a:t>
            </a:r>
            <a:br/>
            <a:r>
              <a:t>• 13. AI Adaptive Rule Generator (High - DLQ, Canary Replay, &amp; HITL Approval)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47857"/>
                </a:solidFill>
              </a:defRPr>
            </a:pPr>
            <a:r>
              <a:t>💡 Tiga Prinsip Rantai Dependensi Manajemen Produk (PM Logic)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1. Fondasi Data Sebelum Analitik Lanjut: Ingestion, Normalisasi, dan Penyimpanan Hot Storage harus stabil sebelum mengaktifkan UEBA. Tanpa data historis terstandarisasi, model perilaku tidak memiliki baseline yang andal.</a:t>
            </a:r>
            <a:br/>
            <a:br/>
            <a:r>
              <a:t>2. Pengendalian Risiko Sebelum Otomasi Penuh: SOAR diimplementasikan pada Phase 3 setelah Case Management dan Threat Intel matang. Mitigasi otomatis tanpa akurasi tinggi berisiko memblokir trafik operasional yang sah.</a:t>
            </a:r>
            <a:br/>
            <a:br/>
            <a:r>
              <a:t>3. Keseimbangan Performa &amp; Efisiensi Biaya: Pemisahan Hot Storage (Phase 1) dan Cold Archive (Phase 2) menjaga performa korelasi real-time tetap optimal sekaligus mengendalikan biaya penyimpanan jangka panjang.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291840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1E3A8A"/>
                </a:solidFill>
                <a:latin typeface="Segoe UI"/>
              </a:defRPr>
            </a:pPr>
            <a:r>
              <a:t>KESIMPULAN &amp; PENJAMINAN MUTU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"/>
              </a:defRPr>
            </a:pPr>
            <a:r>
              <a:t>Verifikasi Kualitas (29 Tests Passed) &amp; Rekomendasi Eksekutif</a:t>
            </a:r>
          </a:p>
          <a:p>
            <a:pPr>
              <a:spcBef>
                <a:spcPts val="3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Hasil pengujian otomatis dan rekomendasi kesiapan menuju lingkungan produksi perbankan/militer.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Enterprise Cyber Defense &amp; SIEM Governance  |  Corporate Strategic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47857"/>
                </a:solidFill>
              </a:defRPr>
            </a:pPr>
            <a:r>
              <a:t>✔ PYTEST STATUS: 29 PASSED (100% SUCCESS RATE IN 2.06s)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Rangkaian pengujian otomatis end-to-end mencakup validasi skema negatif, korelasi memori sliding window, siklus hidup SOAR, dan skenario OT MQTT.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9144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2491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1. Keandalan Gatekeeper Terbukti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Validasi ketat kontrak skema data dan audit time drift mencegah polusi data telemetri sebelum masuk ke mesin korelasi.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47872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47872"/>
            <a:ext cx="91440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21024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2. Deteksi Multi-Vektor Lengkap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Mencakup spektrum serangan siber modern: DDoS L7, anomali identitas fisik vs remote, eksfiltrasi database, ancaman APT lintas waktu, hingga sabotase fisik OT/IoT.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43983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43983"/>
            <a:ext cx="91440" cy="7772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17135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3. SOAR Active Defense Menghentikan Serangan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SOC tidak hanya pasif memantau grafik melainkan mampu melakukan Network Quarantine dan User Suspension secara real-time di level Gatekeeper.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40096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40096"/>
            <a:ext cx="91440" cy="7772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41324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4. Rekomendasi Skalabilitas Produksi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Migrasi in-memory stateful store ke Redis/Kafka untuk ingestion jutaan event per detik, integrasi LLM Agent untuk playbook auto-remediation, dan ekspansi protokol OT (Modbus, BACnet).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