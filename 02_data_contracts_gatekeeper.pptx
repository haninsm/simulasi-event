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82880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CYBERSECURITY EXECUTIVE SERIES  •  DECK 02 / 05</a:t>
            </a:r>
          </a:p>
          <a:p>
            <a:pPr>
              <a:spcBef>
                <a:spcPts val="8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Data Contracts, Gatekeeper Validation &amp; Integration Syllabus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Standarisasi Skema Log Kanonikal, Pengujian Negatif RFC, dan Prasyarat Integrasi Infrastruktur Enterprise</a:t>
            </a:r>
          </a:p>
          <a:p>
            <a:pPr>
              <a:spcBef>
                <a:spcPts val="2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Target Audience: Security Engineers, Data Architects, &amp; IT Operations Leads  |  Framework: ISO 27001, NIST SP 800-92, OCSF Governance</a:t>
            </a:r>
            <a:br/>
            <a:r>
              <a:t>Engineering Team: JadiBegini (Bagus Hanindyo Kusuma, Anand Ferdiansyah, Fitus Yayan Ofnaio Zebua)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KONTRAK DATA &amp; SKEMA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Spesifikasi Kontrak Data Kanonikal &amp; Schema Enforcement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Format JSON terpadu untuk menyelaraskan ribuan sumber telemetri heterogen.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Kontrak Data JSON Kanonikal</a:t>
            </a:r>
          </a:p>
          <a:p>
            <a:pPr>
              <a:spcBef>
                <a:spcPts val="800"/>
              </a:spcBef>
              <a:defRPr sz="950">
                <a:solidFill>
                  <a:srgbClr val="2563EB"/>
                </a:solidFill>
                <a:latin typeface="Consolas"/>
              </a:defRPr>
            </a:pPr>
            <a:r>
              <a:t>{</a:t>
            </a:r>
            <a:br/>
            <a:r>
              <a:t>  "timestamp": "YYYY-MM-DDThh:mm:ssZ",</a:t>
            </a:r>
            <a:br/>
            <a:r>
              <a:t>  "event_type": "login_attempt | web_request |</a:t>
            </a:r>
            <a:br/>
            <a:r>
              <a:t>                database_download | recon_probe |</a:t>
            </a:r>
            <a:br/>
            <a:r>
              <a:t>                ot_command | mqtt_command",</a:t>
            </a:r>
            <a:br/>
            <a:r>
              <a:t>  "user_id": "string (non-empty)",</a:t>
            </a:r>
            <a:br/>
            <a:r>
              <a:t>  "ip_address": "string (IPv4 Valid)",</a:t>
            </a:r>
            <a:br/>
            <a:r>
              <a:t>  "location": "string (non-empty)",</a:t>
            </a:r>
            <a:br/>
            <a:r>
              <a:t>  "status": "success | failed",</a:t>
            </a:r>
            <a:br/>
            <a:br/>
            <a:r>
              <a:t>  // Komponen Opsional Perangkat Fisik OT:</a:t>
            </a:r>
            <a:br/>
            <a:r>
              <a:t>  "protocol": "MQTT | Modbus | BACnet",</a:t>
            </a:r>
            <a:br/>
            <a:r>
              <a:t>  "device_type": "AC_CENTRAL | CHILLER",</a:t>
            </a:r>
            <a:br/>
            <a:r>
              <a:t>  "target_device": "CRAC-AC-CENTRAL-01",</a:t>
            </a:r>
            <a:br/>
            <a:r>
              <a:t>  "command": "POWER_OFF | STATUS_REPORT"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123C"/>
                </a:solidFill>
              </a:defRPr>
            </a:pPr>
            <a:r>
              <a:t>Ketahanan Gatekeeper (Validasi Negatif)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Integritas Format IPv4: Menolak alamat string rusak atau bukan format desimal 4 oktet (misal '999.999.999.999').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Field Wajib (Non-Empty): Menolak paket jika atribut wajib seperti user_id, ip_address, atau location kosong/null.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Time Drift Lampau (&gt; 24 Jam): Menolak log basi lampau (seperti router legacy dengan baterai CMOS reset ke 1970) via HTTP 422.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Time Drift Masa Depan: Menolak log dengan stempel waktu &gt; 30 detik di masa depan dari waktu riil sistem.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SOAR Active Enforcement: Log dari IP atau pengguna yang berstatus karantina langsung ditolak di gerbang masuk via HTTP 403.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SILABUS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Silabus Persiapan Integrasi Infrastruktur (Universal Ingestion)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Empat pilar kesiapan teknis dan bisnis sebelum menghubungkan perangkat ke sistem SIEM.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Tahap 1: Fondasi Bahan Baku Log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Anatomi Log: Membedakan Event (kejadian), Payload (isi utama data), dan Metadata (keterangan tambahan).</a:t>
            </a:r>
            <a:br/>
            <a:r>
              <a:t>• Log Lifecycle: Titik lahir -&gt; Forwarding -&gt; Queueing -&gt; Hot Storage -&gt; Cold Archive.</a:t>
            </a:r>
            <a:br/>
            <a:r>
              <a:t>• Kalkulasi EPS (Events Per Second): Menghitung beban volume log harian agar mesin korelasi tidak kelebihan kapasitas.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Tahap 2: Standarisasi Protokol Internasional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Protokol RFC 5424: Format pembungkus Syslog standar (Timestamp, Hostname, Severity, Message Payload).</a:t>
            </a:r>
            <a:br/>
            <a:r>
              <a:t>• Kepatuhan NIST SP 800-92 &amp; ISO 27002: Standar peristiwa wajib catat (kegagalan login &amp; eskalasi privilese).</a:t>
            </a:r>
            <a:br/>
            <a:r>
              <a:t>• Skema Universal OCSF / CIM: Menyatukan field multi-vendor (SrcIP &amp; Client_Address -&gt; src_endpoint.ip).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199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</a:defRPr>
            </a:pPr>
            <a:r>
              <a:t>Tahap 3: Prasyarat Infrastruktur Jaringan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Sinkronisasi Waktu Sentral (NTP): Syarat mutlak! Seluruh server dan router wajib merujuk waktu atomik UTC yang sama. Deviasi 1 detik merusak korelasi urutan kejadian.</a:t>
            </a:r>
            <a:br/>
            <a:r>
              <a:t>• Log Forwarder Agregator: Menggunakan Logstash/Fluentd terdistribusi di tiap cabang.</a:t>
            </a:r>
            <a:br/>
            <a:r>
              <a:t>• Noise Filtering: Membuang ping rutin jaringan pada level forwarder.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886199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7857"/>
                </a:solidFill>
              </a:defRPr>
            </a:pPr>
            <a:r>
              <a:t>Tahap 4: Prasyarat Bisnis &amp; Konteks Operasional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Asset Management: Klasifikasi kekritisan server pembayaran inti vs WiFi publik tamu.</a:t>
            </a:r>
            <a:br/>
            <a:r>
              <a:t>• Definisi Use Case: Merumuskan skenario ancaman spesifik sebelum sistem dioperasikan.</a:t>
            </a:r>
            <a:br/>
            <a:r>
              <a:t>• SOP &amp; Eskalasi Bertingkat: Penetapan tim penanggung jawab (Jaringan, Aplikasi, SOC) saat alert kritis terpicu.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