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82880" cy="5029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CYBERSECURITY EXECUTIVE SERIES  •  DECK 04 / 05</a:t>
            </a:r>
          </a:p>
          <a:p>
            <a:pPr>
              <a:spcBef>
                <a:spcPts val="8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Advanced Threats (APT) &amp; OT Physical Infrastructure Sabotage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Tantangan Hot vs Cold Storage, Solusi Stateful Greylist, dan Deteksi Sabotase Pendingin Datacenter (MQTT)</a:t>
            </a:r>
          </a:p>
          <a:p>
            <a:pPr>
              <a:spcBef>
                <a:spcPts val="2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Target Audience: Infrastructure Security Leads, OT/BMS Engineers, &amp; Senior Forensics Analysts  |  Framework: ISO 27001, NIST SP 800-92, OCSF Governance</a:t>
            </a:r>
            <a:br/>
            <a:r>
              <a:t>Engineering Team: JadiBegini (Bagus Hanindyo Kusuma, Anand Ferdiansyah, Fitus Yayan Ofnaio Zebua)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APT &amp; TEMPORAL BLIND 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Skenario 8: The Low &amp; Slow APT (Jebakan Hot vs Cold Storage)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Studi kasus serangan lintas retensi (Hari ke-1 vs Hari ke-20) dan mitigasi Stateful Watchlist.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E123C"/>
                </a:solidFill>
              </a:defRPr>
            </a:pPr>
            <a:r>
              <a:t>Problem: The Temporal Blind Spot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Retensi Hot Storage dibatasi (14 hari) demi efisiensi biaya infrastruktur.</a:t>
            </a:r>
            <a:br/>
            <a:r>
              <a:t>• Hari ke-1: Penyerang melancarkan Reconnaissance Probe memetakan kerentanan sistem.</a:t>
            </a:r>
            <a:br/>
            <a:r>
              <a:t>• Log Hari ke-1 dipindahkan ke Cold Storage setelah siklus 14 hari berakhir.</a:t>
            </a:r>
            <a:br/>
            <a:r>
              <a:t>• Hari ke-20: Penyerang meluncurkan exploit. Mesin korelasi gagal menghubungkan titik karena data recon telah menjadi arsip beku.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109728" cy="4572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Solusi: Stateful Watchlist &amp; Rehidrasi Forensik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Saat probe terdeteksi di Hari ke-1, IP dicatat ke tabel persisten Stateful Watchlist (Greylist).</a:t>
            </a:r>
            <a:br/>
            <a:r>
              <a:t>• Hari ke-20: Saat IP tersebut aktif kembali, alarm kritis 'APT Low &amp; Slow' terpicu secara instan.</a:t>
            </a:r>
            <a:br/>
            <a:r>
              <a:t>• On-Demand Rehydration: Log beku Hari ke-1 ditarik kembali secara terarah untuk penyusunan linimasa forensik (Kill Chain Reconstruction).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ARSITEKTUR STORAGE TIERING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Arsitektur Storage Bertingkat: Hot Storage vs Cold Storage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Optimalisasi siklus data: Menghindari pemborosan anggaran media penyimpanan tier cepat.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E123C"/>
                </a:solidFill>
              </a:defRPr>
            </a:pPr>
            <a:r>
              <a:t>⚠️ The Brute-Force Fallacy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Asumsi konvensional: 'Jika penyerang menyerang di Hari ke-20, perbesar Hot Storage menjadi 30 atau 90 hari.'</a:t>
            </a:r>
            <a:br/>
            <a:br/>
            <a:r>
              <a:t>Tiga Alasan Kegagalan Pendekatan Ini:</a:t>
            </a:r>
            <a:br/>
            <a:br/>
            <a:r>
              <a:t>1. Biaya Eksponensial: Menyimpan petabyte log mentah di tier RAM/NVMe SSD menaikkan biaya infrastruktur data secara tidak proporsional.</a:t>
            </a:r>
            <a:br/>
            <a:br/>
            <a:r>
              <a:t>2. Degradasi Latensi Kueri: Indeks pencarian yang membengkak memperlambat evaluasi aturan korelasi (dari &lt; 10ms menjadi detik/menit).</a:t>
            </a:r>
            <a:br/>
            <a:br/>
            <a:r>
              <a:t>3. Noise-to-Signal Tinggi: 98% data adalah telemetri rutin; mengalokasikan tier premium untuk data non-kritis memboroskan anggaran.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✔ Solusi Arsitektural Mini-SIEM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1. Stateful Entity Tracking (Lightweight Memory):</a:t>
            </a:r>
            <a:br/>
            <a:r>
              <a:t>• Alih-alih menahan puluhan gigabyte data mentah, SIEM menyimpan satu baris JSON status di tabel persisten:</a:t>
            </a:r>
            <a:br/>
            <a:r>
              <a:t>  {"ip": "198.51.100.77", "risk": "HIGH", "score": 85, "reason": "recon_day_1"}</a:t>
            </a:r>
            <a:br/>
            <a:r>
              <a:t>• Jejak memori minimal ini dipertahankan lintas siklus retensi untuk dicocokkan saat entitas aktif kembali di Hari ke-20.</a:t>
            </a:r>
            <a:br/>
            <a:br/>
            <a:r>
              <a:t>2. Cold Log Rehydration (On-Demand Forensic):</a:t>
            </a:r>
            <a:br/>
            <a:r>
              <a:t>• Saat ancaman terverifikasi di Hari ke-20, sistem secara terarah mengekstraksi paket log historis dari arsip dingin:</a:t>
            </a:r>
            <a:br/>
            <a:r>
              <a:t>  cold_s3://logs/{yyyy}/{mm}/{dd}/{ip_hash}/</a:t>
            </a:r>
            <a:br/>
            <a:r>
              <a:t>• Log ditarik kembali ke memori aktif analis untuk rekonstruksi linimasa serangan (Kill Chain) tanpa full-table scan.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KEAMANAN SIBER-FISIK (OT/IOT)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Bedah Skenario 9: Sabotase Pendingin Datacenter (AC Central via MQTT)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Mencegah insiden thermal runaway dan kerusakan hardware fasilitas datacenter bernilai miliaran.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91440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Konteks Fisik Fasilitas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Target Fisik: Unit CRAC-AC-CENTRAL-01, Chiller Plant, atau PAC In-Row Cooling.</a:t>
            </a:r>
            <a:br/>
            <a:r>
              <a:t>• Protokol Komunikasi: MQTT via broker terhubung ke sensor BMS/SCADA.</a:t>
            </a:r>
            <a:br/>
            <a:r>
              <a:t>• Dampak Kegagalan: Jika AC mati mendadak, suhu rak server melonjak drastis memicu thermal runaway (server overheat, mati massal, &amp; kerusakan hardware bernilai miliaran rupiah).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91440" cy="4572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</a:defRPr>
            </a:pPr>
            <a:r>
              <a:t>2. Alur Replay 2 Tahap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Mirip Skenario 3 (Akses Fisik vs Remote):</a:t>
            </a:r>
            <a:br/>
            <a:r>
              <a:t>• Event 1 (Status Monitoring):</a:t>
            </a:r>
            <a:br/>
            <a:r>
              <a:t>  Sensor membaca suhu 18.5°C &amp; status normal via topik telemetry -&gt; Lolos normal (False Positive Zero).</a:t>
            </a:r>
            <a:br/>
            <a:r>
              <a:t>• Event 2 (Perintah Sabotase):</a:t>
            </a:r>
            <a:br/>
            <a:r>
              <a:t>  Oknum ilegal mengirim perintah POWER_OFF via topik power.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91440" cy="4572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123C"/>
                </a:solidFill>
              </a:defRPr>
            </a:pPr>
            <a:r>
              <a:t>3. Deteksi &amp; Respons SOAR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Deteksi Mesin SIEM:</a:t>
            </a:r>
            <a:br/>
            <a:r>
              <a:t>  SIEM mengenali protokol MQTT dan jenis hardware pendingin OT, langsung memicu alarm KRITIS: 'OT Sabotage: Datacenter AC Central Shutdown (MQTT)'.</a:t>
            </a:r>
            <a:br/>
            <a:r>
              <a:t>• Respons Aktif SOAR:</a:t>
            </a:r>
            <a:br/>
            <a:r>
              <a:t>  Analis mengisolasi IP penyerang via SOAR Host Quarantine. Perintah MQTT lanjutan langsung di-drop di Gatekeeper (HTTP 403)!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